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72" r:id="rId5"/>
    <p:sldId id="259" r:id="rId6"/>
    <p:sldId id="273" r:id="rId7"/>
    <p:sldId id="274" r:id="rId8"/>
    <p:sldId id="275" r:id="rId9"/>
    <p:sldId id="276" r:id="rId10"/>
    <p:sldId id="277" r:id="rId11"/>
    <p:sldId id="278" r:id="rId12"/>
    <p:sldId id="279" r:id="rId13"/>
    <p:sldId id="280" r:id="rId14"/>
    <p:sldId id="281" r:id="rId15"/>
    <p:sldId id="282" r:id="rId16"/>
    <p:sldId id="271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99AD5"/>
    <a:srgbClr val="EEF1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186" autoAdjust="0"/>
    <p:restoredTop sz="94660"/>
  </p:normalViewPr>
  <p:slideViewPr>
    <p:cSldViewPr snapToGrid="0">
      <p:cViewPr>
        <p:scale>
          <a:sx n="75" d="100"/>
          <a:sy n="75" d="100"/>
        </p:scale>
        <p:origin x="324" y="4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EB4DED8-9C4C-4BD7-AAC0-1E079FE412A1}" type="datetimeFigureOut">
              <a:rPr lang="en-US" smtClean="0"/>
              <a:t>23-Dec-25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E98264-ADD9-4D00-9996-B16D5D50DA1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02733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BBB8B6-C13B-4D9D-B2AC-D68BC630556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518BE9-95FB-4A0F-BC7B-0CCA078524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1EE08C-84EF-4418-97B1-F2EC10C57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B429F6C-B560-432B-AEAC-232E8103F1E1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7CA836-9B88-4F31-9105-38CBD22E93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FB00A8-5315-45BA-81C9-B8B8B85123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566344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723D15-D2C4-48F9-A6D5-EABD418A53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29F209-B5ED-40B4-9429-210B4BA3FB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8EA5AA-7DD6-4C01-9C91-F77EFDD62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B7545D-762B-42E5-AC2A-114CF75EEBA8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842B78-FA23-40E6-ABDD-B9F55D250A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732B72C-666A-4E28-8FB4-43BEBE9970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9753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303B98-0B03-45F3-96D6-AC5783953A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4D9F71-22DC-409B-AB81-0B5594919C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414222-04A2-4AD7-B3CC-9E34E47948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C3A61F-0563-4915-8C8A-7C1A73B9784B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3B8E4A7-F0AC-4F7B-BC72-6A5079BE38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3A4FAC-4FEA-4D87-A504-997C90171D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96450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159A9-289E-4016-BE44-B2F991D3CA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BE6F6-E6ED-4EB5-B8CE-93E76945B9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2953E6-ED5A-42DC-9D8F-F6014A76DC9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88A4E9-A957-4A98-A491-EABD6E6DD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E5A987-14F9-4FE9-95F8-CDBBED2278F4}" type="datetime1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B9B7FA-747B-4798-ACA5-A82FFA051B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7767A3-91C3-460C-A98A-BCF622F415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18422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FC7607-3E62-43EF-A01C-F0CA07B46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A1490A5-09F8-47D5-9D60-126869C793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ED4720-75C5-4CFE-AFBA-02B2781F8F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5F6912D-11D6-474A-9C8D-487983422CB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8E0B65-9D52-4A94-B3DA-051DA4EB55E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D638249-43C4-4773-99C7-A074EB4D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52DDE7-30EA-4795-9782-383DD85E77A6}" type="datetime1">
              <a:rPr lang="en-US" smtClean="0"/>
              <a:t>23-Dec-25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D16E5A-4E7D-45A4-8820-F7DAC2DFCB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22AAE8-0228-430F-8131-B0C31CCEFC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2471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6BAD33-A31E-4777-A278-FFA72164BD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B8737BF-37B0-4596-8511-A3BA22E35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15B5A5-961F-465B-88BB-21C95D935FCC}" type="datetime1">
              <a:rPr lang="en-US" smtClean="0"/>
              <a:t>23-Dec-25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8596E5-D467-4EA0-B8F8-56144293C1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1637B5-82DC-4F0C-8E4A-585D199984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6199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E35E8A-427F-4A9E-9E5F-07D9F8B1FD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72A564-CE1C-4B21-9756-92A20892C23D}" type="datetime1">
              <a:rPr lang="en-US" smtClean="0"/>
              <a:t>23-Dec-25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851EAAC-286D-47B3-9DFC-E293E0ED1F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ADC0733-3A96-4E4E-8BA9-755ACCA5EA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05750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28AF3D-4870-4614-B416-C6EA96F7DA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DF6DAD-61AC-4AE5-BFC2-58BF698871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FDEEB1F-B4AC-4839-B679-15731F005D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CBA0C9-0D03-494E-BAB0-323DF60492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B6922C-9067-4D5D-9927-699F89E364B5}" type="datetime1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65AB44-57E6-48F7-8CB4-D0A7DE1392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AAE276-C549-46A1-86C1-7583BE610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5037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BD81E6-C17E-440E-8DFA-3B9D699D68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B53E2AD-7DF0-466C-86BB-9CE5E53754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932051-256D-440D-A18F-EC1395D0F0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76557BE-894E-46CC-9644-D0BB1E49A8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9BB8A8-863B-47EF-91D7-02690EBABFE9}" type="datetime1">
              <a:rPr lang="en-US" smtClean="0"/>
              <a:t>23-Dec-25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2C5C836-FCCC-439E-A188-C284175DE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B0420F-75F5-4C76-8242-85408EECE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9740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A29D8B-8F33-41BF-8399-DEA3E98445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70D609-ACD0-4FCE-87DD-5E20D3DF623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D0BC10-CE5A-4A16-8E4E-DDC2BE4F0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D1FF2-FD41-4492-B7A2-6C7F5E12A255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D411BA-9C91-439F-A70F-FA9A232993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4E0AC9-83F7-4396-A8B3-25C5B99635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5864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9E5AC9-C86C-430F-AFE4-C3CBBBA63C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0D1AFF-1F5E-4088-93D7-4B4A98B5FD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DB914B-260E-4924-B18C-EC873C7ACB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D976A1-0505-4E8B-8266-A99499C1DE5C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229C04-A679-4823-B382-6C653DDA6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7ECE71-8D23-4D99-8DBC-432531DB6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931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66DEBB4-6798-4301-B85B-48DBB4914A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4AB972-1891-46C0-BBFD-CF06D097E7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0C6ABD-887A-4A54-A785-B794BB2B0B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4534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EA698A-3F68-49DB-A40B-2E54E72B3F21}" type="datetime1">
              <a:rPr lang="en-US" smtClean="0"/>
              <a:t>23-Dec-25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9EFB7F-CEFB-4A7A-ABC2-509C1FBED41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38200" y="632793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675E12-38F3-4C76-9127-622EEBED299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539740" y="6492875"/>
            <a:ext cx="11125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/>
                </a:solidFill>
                <a:latin typeface="Helvetica" pitchFamily="2" charset="0"/>
              </a:defRPr>
            </a:lvl1pPr>
          </a:lstStyle>
          <a:p>
            <a:fld id="{7E79D903-9E4F-4373-B53B-7B158FB547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17244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3312555"/>
            <a:ext cx="6858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024473-9154-4CD0-B4CD-F68297499C48}"/>
              </a:ext>
            </a:extLst>
          </p:cNvPr>
          <p:cNvSpPr/>
          <p:nvPr/>
        </p:nvSpPr>
        <p:spPr>
          <a:xfrm>
            <a:off x="164306" y="164306"/>
            <a:ext cx="11863388" cy="6529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DD6180-2F09-4487-BC6E-41DE4956042E}"/>
              </a:ext>
            </a:extLst>
          </p:cNvPr>
          <p:cNvSpPr/>
          <p:nvPr/>
        </p:nvSpPr>
        <p:spPr>
          <a:xfrm>
            <a:off x="871470" y="2358448"/>
            <a:ext cx="10449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Helvetica" pitchFamily="2" charset="0"/>
              </a:rPr>
              <a:t>Activity Diagram and Use-Case Diagram of Features of </a:t>
            </a:r>
            <a:endParaRPr lang="en-US" sz="2800" b="1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040724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1207851"/>
            <a:ext cx="6858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0FF1B09-5EE8-40C6-8613-6058A2DDDA2F}"/>
              </a:ext>
            </a:extLst>
          </p:cNvPr>
          <p:cNvSpPr/>
          <p:nvPr/>
        </p:nvSpPr>
        <p:spPr>
          <a:xfrm>
            <a:off x="2975429" y="2669432"/>
            <a:ext cx="624114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Presented by: </a:t>
            </a:r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Green </a:t>
            </a:r>
            <a:r>
              <a:rPr lang="en-US" sz="2400" b="1" dirty="0" err="1">
                <a:solidFill>
                  <a:srgbClr val="000000"/>
                </a:solidFill>
                <a:latin typeface="Helvetica" pitchFamily="2" charset="0"/>
              </a:rPr>
              <a:t>Chillies</a:t>
            </a:r>
            <a:endParaRPr lang="en-US" sz="2400" b="1" dirty="0">
              <a:solidFill>
                <a:srgbClr val="000000"/>
              </a:solidFill>
              <a:latin typeface="Helvetica" pitchFamily="2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5B09E628-BC47-4C28-813C-E81C3589122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32604809"/>
              </p:ext>
            </p:extLst>
          </p:nvPr>
        </p:nvGraphicFramePr>
        <p:xfrm>
          <a:off x="2975428" y="3734237"/>
          <a:ext cx="6241142" cy="2407920"/>
        </p:xfrm>
        <a:graphic>
          <a:graphicData uri="http://schemas.openxmlformats.org/drawingml/2006/table">
            <a:tbl>
              <a:tblPr>
                <a:tableStyleId>{793D81CF-94F2-401A-BA57-92F5A7B2D0C5}</a:tableStyleId>
              </a:tblPr>
              <a:tblGrid>
                <a:gridCol w="2523672">
                  <a:extLst>
                    <a:ext uri="{9D8B030D-6E8A-4147-A177-3AD203B41FA5}">
                      <a16:colId xmlns:a16="http://schemas.microsoft.com/office/drawing/2014/main" val="3217914947"/>
                    </a:ext>
                  </a:extLst>
                </a:gridCol>
                <a:gridCol w="3717470">
                  <a:extLst>
                    <a:ext uri="{9D8B030D-6E8A-4147-A177-3AD203B41FA5}">
                      <a16:colId xmlns:a16="http://schemas.microsoft.com/office/drawing/2014/main" val="338906919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effectLst/>
                          <a:latin typeface="Helvetica" pitchFamily="2" charset="0"/>
                        </a:rPr>
                        <a:t>           ID</a:t>
                      </a:r>
                      <a:endParaRPr lang="en-US" sz="1800" b="1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b="1" u="none" strike="noStrike" dirty="0">
                          <a:effectLst/>
                          <a:latin typeface="Helvetica" pitchFamily="2" charset="0"/>
                        </a:rPr>
                        <a:t>Name</a:t>
                      </a:r>
                      <a:endParaRPr lang="en-US" sz="1800" b="1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7106819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22103397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Nahida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Ahmed Suma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198137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22203091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Samiya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Tasnim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Neha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507446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latin typeface="Helvetica" pitchFamily="2" charset="0"/>
                        </a:rPr>
                        <a:t>22203097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fr-FR" sz="1800" u="none" strike="noStrike" dirty="0">
                          <a:effectLst/>
                          <a:latin typeface="Helvetica" pitchFamily="2" charset="0"/>
                        </a:rPr>
                        <a:t>Md. </a:t>
                      </a:r>
                      <a:r>
                        <a:rPr lang="fr-FR" sz="1800" u="none" strike="noStrike" dirty="0" err="1">
                          <a:effectLst/>
                          <a:latin typeface="Helvetica" pitchFamily="2" charset="0"/>
                        </a:rPr>
                        <a:t>Tanvir</a:t>
                      </a:r>
                      <a:r>
                        <a:rPr lang="fr-FR" sz="1800" u="none" strike="noStrike" dirty="0">
                          <a:effectLst/>
                          <a:latin typeface="Helvetica" pitchFamily="2" charset="0"/>
                        </a:rPr>
                        <a:t> Ahmed </a:t>
                      </a:r>
                      <a:r>
                        <a:rPr lang="fr-FR" sz="1800" u="none" strike="noStrike" dirty="0" err="1">
                          <a:effectLst/>
                          <a:latin typeface="Helvetica" pitchFamily="2" charset="0"/>
                        </a:rPr>
                        <a:t>Siddique</a:t>
                      </a:r>
                      <a:endParaRPr lang="fr-FR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137513685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latin typeface="Helvetica" pitchFamily="2" charset="0"/>
                        </a:rPr>
                        <a:t>22203113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Rume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</a:t>
                      </a: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Akter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213688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>
                          <a:effectLst/>
                          <a:latin typeface="Helvetica" pitchFamily="2" charset="0"/>
                        </a:rPr>
                        <a:t>22303266</a:t>
                      </a:r>
                      <a:endParaRPr lang="en-US" sz="180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tc>
                  <a:txBody>
                    <a:bodyPr/>
                    <a:lstStyle/>
                    <a:p>
                      <a:pPr algn="l" rtl="0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Md </a:t>
                      </a:r>
                      <a:r>
                        <a:rPr lang="en-US" sz="1800" u="none" strike="noStrike" dirty="0" err="1">
                          <a:effectLst/>
                          <a:latin typeface="Helvetica" pitchFamily="2" charset="0"/>
                        </a:rPr>
                        <a:t>Shojibur</a:t>
                      </a:r>
                      <a:r>
                        <a:rPr lang="en-US" sz="1800" u="none" strike="noStrike" dirty="0">
                          <a:effectLst/>
                          <a:latin typeface="Helvetica" pitchFamily="2" charset="0"/>
                        </a:rPr>
                        <a:t> Rahman Fahad</a:t>
                      </a:r>
                      <a:endParaRPr lang="en-US" sz="1800" dirty="0">
                        <a:effectLst/>
                        <a:latin typeface="Helvetica" pitchFamily="2" charset="0"/>
                      </a:endParaRPr>
                    </a:p>
                  </a:txBody>
                  <a:tcPr marL="63500" marR="63500" marT="63500" marB="63500"/>
                </a:tc>
                <a:extLst>
                  <a:ext uri="{0D108BD9-81ED-4DB2-BD59-A6C34878D82A}">
                    <a16:rowId xmlns:a16="http://schemas.microsoft.com/office/drawing/2014/main" val="3095989510"/>
                  </a:ext>
                </a:extLst>
              </a:tr>
            </a:tbl>
          </a:graphicData>
        </a:graphic>
      </p:graphicFrame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D046135-48FA-4260-A553-5112B70BC47B}"/>
              </a:ext>
            </a:extLst>
          </p:cNvPr>
          <p:cNvSpPr/>
          <p:nvPr/>
        </p:nvSpPr>
        <p:spPr>
          <a:xfrm>
            <a:off x="3746500" y="3334127"/>
            <a:ext cx="469899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Consisting the members: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628E2B28-2A45-4D4A-B6C7-912F3FF4D2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2</a:t>
            </a:fld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DD67C66-596F-4CBA-A1B5-676493BD3783}"/>
              </a:ext>
            </a:extLst>
          </p:cNvPr>
          <p:cNvSpPr/>
          <p:nvPr/>
        </p:nvSpPr>
        <p:spPr>
          <a:xfrm>
            <a:off x="871470" y="333914"/>
            <a:ext cx="10449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Helvetica" pitchFamily="2" charset="0"/>
              </a:rPr>
              <a:t>Activity Diagram and Use-Case Diagram of Features of </a:t>
            </a:r>
            <a:endParaRPr lang="en-US" sz="2800" b="1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754942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0FF1B09-5EE8-40C6-8613-6058A2DDDA2F}"/>
              </a:ext>
            </a:extLst>
          </p:cNvPr>
          <p:cNvSpPr/>
          <p:nvPr/>
        </p:nvSpPr>
        <p:spPr>
          <a:xfrm>
            <a:off x="2975429" y="2512675"/>
            <a:ext cx="6241142" cy="46166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2400" dirty="0">
                <a:solidFill>
                  <a:srgbClr val="000000"/>
                </a:solidFill>
                <a:latin typeface="Helvetica" pitchFamily="2" charset="0"/>
              </a:rPr>
              <a:t>Presented by: </a:t>
            </a:r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Green </a:t>
            </a:r>
            <a:r>
              <a:rPr lang="en-US" sz="2400" b="1" dirty="0" err="1">
                <a:solidFill>
                  <a:srgbClr val="000000"/>
                </a:solidFill>
                <a:latin typeface="Helvetica" pitchFamily="2" charset="0"/>
              </a:rPr>
              <a:t>Chillies</a:t>
            </a:r>
            <a:endParaRPr lang="en-US" sz="2400" b="1" dirty="0">
              <a:solidFill>
                <a:srgbClr val="000000"/>
              </a:solidFill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381000" y="3477275"/>
            <a:ext cx="11430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dirty="0">
                <a:solidFill>
                  <a:srgbClr val="000000"/>
                </a:solidFill>
                <a:latin typeface="Helvetica" pitchFamily="2" charset="0"/>
              </a:rPr>
              <a:t>Instructed by:</a:t>
            </a:r>
          </a:p>
          <a:p>
            <a:pPr algn="ctr"/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Md. </a:t>
            </a:r>
            <a:r>
              <a:rPr lang="en-US" sz="2400" b="1" dirty="0" err="1">
                <a:solidFill>
                  <a:srgbClr val="000000"/>
                </a:solidFill>
                <a:latin typeface="Helvetica" pitchFamily="2" charset="0"/>
              </a:rPr>
              <a:t>Rashedul</a:t>
            </a:r>
            <a:r>
              <a:rPr lang="en-US" sz="2400" b="1" dirty="0">
                <a:solidFill>
                  <a:srgbClr val="000000"/>
                </a:solidFill>
                <a:latin typeface="Helvetica" pitchFamily="2" charset="0"/>
              </a:rPr>
              <a:t> Islam</a:t>
            </a:r>
          </a:p>
          <a:p>
            <a:pPr algn="ctr"/>
            <a:r>
              <a:rPr lang="en-US" sz="2000" dirty="0">
                <a:latin typeface="Helvetica" pitchFamily="2" charset="0"/>
              </a:rPr>
              <a:t>Associate Professor and Coordinator</a:t>
            </a:r>
            <a:endParaRPr lang="en-US" sz="2000" b="0" dirty="0">
              <a:effectLst/>
              <a:latin typeface="Helvetica" pitchFamily="2" charset="0"/>
            </a:endParaRPr>
          </a:p>
          <a:p>
            <a:pPr algn="ctr"/>
            <a:r>
              <a:rPr lang="en-US" sz="2000" dirty="0">
                <a:latin typeface="Helvetica" pitchFamily="2" charset="0"/>
              </a:rPr>
              <a:t>Department of Computer Science and Engineering</a:t>
            </a:r>
          </a:p>
          <a:p>
            <a:pPr algn="ctr"/>
            <a:r>
              <a:rPr lang="en-US" sz="2000" b="0" dirty="0">
                <a:effectLst/>
                <a:latin typeface="Helvetica" pitchFamily="2" charset="0"/>
              </a:rPr>
              <a:t>IUBAT – In</a:t>
            </a:r>
            <a:r>
              <a:rPr lang="en-US" sz="2000" dirty="0">
                <a:latin typeface="Helvetica" pitchFamily="2" charset="0"/>
              </a:rPr>
              <a:t>ternational University of Business Agriculture and Technology</a:t>
            </a:r>
            <a:endParaRPr lang="en-US" sz="2000" b="0" dirty="0">
              <a:effectLst/>
              <a:latin typeface="Helvetica" pitchFamily="2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D00783C-2487-415D-B722-377A63342040}"/>
              </a:ext>
            </a:extLst>
          </p:cNvPr>
          <p:cNvSpPr/>
          <p:nvPr/>
        </p:nvSpPr>
        <p:spPr>
          <a:xfrm>
            <a:off x="381000" y="5586055"/>
            <a:ext cx="11430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>
                <a:solidFill>
                  <a:srgbClr val="000000"/>
                </a:solidFill>
                <a:latin typeface="Helvetica" pitchFamily="2" charset="0"/>
              </a:rPr>
              <a:t>December 02, 2025</a:t>
            </a:r>
            <a:endParaRPr lang="en-US" b="0" dirty="0">
              <a:effectLst/>
              <a:latin typeface="Helvetica" pitchFamily="2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AA1FD3A-F6ED-438D-B4E3-4E75C963B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3</a:t>
            </a:fld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8D35721-37DB-45CE-9A56-727655C883C0}"/>
              </a:ext>
            </a:extLst>
          </p:cNvPr>
          <p:cNvSpPr/>
          <p:nvPr/>
        </p:nvSpPr>
        <p:spPr>
          <a:xfrm>
            <a:off x="2667000" y="1207851"/>
            <a:ext cx="685800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 </a:t>
            </a:r>
            <a:r>
              <a:rPr lang="en-US" sz="2800" dirty="0">
                <a:solidFill>
                  <a:srgbClr val="000000"/>
                </a:solidFill>
                <a:latin typeface="Helvetica" pitchFamily="2" charset="0"/>
              </a:rPr>
              <a:t>- A Web-based Programming Problem Judging System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84650FA-858A-4E21-9D5D-BB3BCACEC0A5}"/>
              </a:ext>
            </a:extLst>
          </p:cNvPr>
          <p:cNvSpPr/>
          <p:nvPr/>
        </p:nvSpPr>
        <p:spPr>
          <a:xfrm>
            <a:off x="871470" y="333914"/>
            <a:ext cx="1044906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effectLst/>
                <a:latin typeface="Helvetica" pitchFamily="2" charset="0"/>
              </a:rPr>
              <a:t>Activity Diagram and Use-Case Diagram of Features of </a:t>
            </a:r>
            <a:endParaRPr lang="en-US" sz="2800" b="1" dirty="0">
              <a:effectLst/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293907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Authentication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9AFAF09-0536-4785-B0F6-97EE490BAF9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71492" y="2240642"/>
            <a:ext cx="3649016" cy="3023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10517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Authentication Module: Activity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5</a:t>
            </a:fld>
            <a:endParaRPr lang="en-US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C0475FF-B7F8-4633-977A-9DBCE281281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05037" y="1780169"/>
            <a:ext cx="7781925" cy="3838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0334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User Profile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6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39FC562-B501-4DF5-B226-65EA98217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62412" y="1776412"/>
            <a:ext cx="4067175" cy="33051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737233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User Profile Module: Activity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7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B194CC7-730B-4186-8605-F8965DBB25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4437" y="2990850"/>
            <a:ext cx="976312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77997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Problem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8</a:t>
            </a:fld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FD3323-2DFB-4FDD-AE06-A6CE28F5C0D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81500" y="1602788"/>
            <a:ext cx="3429000" cy="3990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51038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Problem Module: Activity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9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45C68C6-25CC-4783-A68D-9C757AAC4F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2962" y="2990850"/>
            <a:ext cx="10506075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21947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665408" y="788939"/>
            <a:ext cx="108611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Submission &amp; Online Judge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10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0D0EE58-4153-43D3-8C5D-97A4CD218E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0" y="1525555"/>
            <a:ext cx="9144000" cy="42195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638299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1038896" y="788939"/>
            <a:ext cx="101142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Submission &amp; Online Judge Module: Activity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11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2B33889-63CC-4BC2-A32E-144C089BAC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62162" y="1536684"/>
            <a:ext cx="8067675" cy="4229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3295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Contest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12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F377E8C-C728-403B-8610-523E405A91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33611" y="1729111"/>
            <a:ext cx="4524778" cy="37383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27390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Contest Module: Activity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13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DE70D2F-FA06-4A6E-9CA8-C68CB9B71E2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00050" y="2990850"/>
            <a:ext cx="11391900" cy="876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97477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Leaderboard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14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AA98376-2CEA-48BE-9E40-50445F0E88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51786" y="1959234"/>
            <a:ext cx="6688428" cy="3144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26808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164306" y="164305"/>
            <a:ext cx="11863388" cy="338554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/>
            <a:r>
              <a:rPr lang="en-US" sz="1600" b="1" dirty="0" err="1">
                <a:solidFill>
                  <a:srgbClr val="000000"/>
                </a:solidFill>
                <a:latin typeface="Helvetica" pitchFamily="2" charset="0"/>
              </a:rPr>
              <a:t>CodeKoro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; Activity Diagram and Use-Case Diagrams</a:t>
            </a:r>
            <a:r>
              <a:rPr lang="en-US" sz="1600" dirty="0">
                <a:solidFill>
                  <a:srgbClr val="000000"/>
                </a:solidFill>
                <a:latin typeface="Helvetica" pitchFamily="2" charset="0"/>
              </a:rPr>
              <a:t>	by </a:t>
            </a:r>
            <a:r>
              <a:rPr lang="en-US" sz="1600" b="1" dirty="0">
                <a:solidFill>
                  <a:srgbClr val="000000"/>
                </a:solidFill>
                <a:latin typeface="Helvetica" pitchFamily="2" charset="0"/>
              </a:rPr>
              <a:t>Green Chilies </a:t>
            </a:r>
            <a:endParaRPr lang="en-US" sz="1600" b="1" dirty="0">
              <a:effectLst/>
              <a:latin typeface="Helvetica" pitchFamily="2" charset="0"/>
            </a:endParaRPr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61E8DF53-9938-402E-93F0-7DE9738BE4FB}"/>
              </a:ext>
            </a:extLst>
          </p:cNvPr>
          <p:cNvSpPr/>
          <p:nvPr/>
        </p:nvSpPr>
        <p:spPr>
          <a:xfrm>
            <a:off x="164306" y="164305"/>
            <a:ext cx="11863388" cy="6529388"/>
          </a:xfrm>
          <a:custGeom>
            <a:avLst/>
            <a:gdLst>
              <a:gd name="connsiteX0" fmla="*/ 0 w 11863388"/>
              <a:gd name="connsiteY0" fmla="*/ 0 h 6529388"/>
              <a:gd name="connsiteX1" fmla="*/ 11863388 w 11863388"/>
              <a:gd name="connsiteY1" fmla="*/ 0 h 6529388"/>
              <a:gd name="connsiteX2" fmla="*/ 11863388 w 11863388"/>
              <a:gd name="connsiteY2" fmla="*/ 6529388 h 6529388"/>
              <a:gd name="connsiteX3" fmla="*/ 6243043 w 11863388"/>
              <a:gd name="connsiteY3" fmla="*/ 6529388 h 6529388"/>
              <a:gd name="connsiteX4" fmla="*/ 6186640 w 11863388"/>
              <a:gd name="connsiteY4" fmla="*/ 6303776 h 6529388"/>
              <a:gd name="connsiteX5" fmla="*/ 5676748 w 11863388"/>
              <a:gd name="connsiteY5" fmla="*/ 6303776 h 6529388"/>
              <a:gd name="connsiteX6" fmla="*/ 5620345 w 11863388"/>
              <a:gd name="connsiteY6" fmla="*/ 6529388 h 6529388"/>
              <a:gd name="connsiteX7" fmla="*/ 0 w 11863388"/>
              <a:gd name="connsiteY7" fmla="*/ 6529388 h 6529388"/>
              <a:gd name="connsiteX8" fmla="*/ 0 w 11863388"/>
              <a:gd name="connsiteY8" fmla="*/ 0 h 65293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863388" h="6529388">
                <a:moveTo>
                  <a:pt x="0" y="0"/>
                </a:moveTo>
                <a:lnTo>
                  <a:pt x="11863388" y="0"/>
                </a:lnTo>
                <a:lnTo>
                  <a:pt x="11863388" y="6529388"/>
                </a:lnTo>
                <a:lnTo>
                  <a:pt x="6243043" y="6529388"/>
                </a:lnTo>
                <a:lnTo>
                  <a:pt x="6186640" y="6303776"/>
                </a:lnTo>
                <a:lnTo>
                  <a:pt x="5676748" y="6303776"/>
                </a:lnTo>
                <a:lnTo>
                  <a:pt x="5620345" y="6529388"/>
                </a:lnTo>
                <a:lnTo>
                  <a:pt x="0" y="6529388"/>
                </a:lnTo>
                <a:lnTo>
                  <a:pt x="0" y="0"/>
                </a:lnTo>
                <a:close/>
              </a:path>
            </a:pathLst>
          </a:cu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A8D56A6-6419-46AD-9382-F99A77FD0470}"/>
              </a:ext>
            </a:extLst>
          </p:cNvPr>
          <p:cNvSpPr/>
          <p:nvPr/>
        </p:nvSpPr>
        <p:spPr>
          <a:xfrm>
            <a:off x="2338466" y="788939"/>
            <a:ext cx="75150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u="sng" dirty="0">
                <a:solidFill>
                  <a:srgbClr val="000000"/>
                </a:solidFill>
                <a:latin typeface="Helvetica" pitchFamily="2" charset="0"/>
              </a:rPr>
              <a:t>Admin Module: Use-Case Diagram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C7B02EF-8EF5-48DB-9023-5AF18D0DF5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79D903-9E4F-4373-B53B-7B158FB54708}" type="slidenum">
              <a:rPr lang="en-US" smtClean="0"/>
              <a:t>15</a:t>
            </a:fld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C8B3C2D-E316-4179-A53A-D109F0D7EE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86237" y="2119312"/>
            <a:ext cx="3819525" cy="2619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3348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5CDD0391-E4FB-4F15-B2A6-CB2975C869AD}"/>
              </a:ext>
            </a:extLst>
          </p:cNvPr>
          <p:cNvSpPr/>
          <p:nvPr/>
        </p:nvSpPr>
        <p:spPr>
          <a:xfrm>
            <a:off x="2667000" y="2951947"/>
            <a:ext cx="6858000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rgbClr val="000000"/>
                </a:solidFill>
                <a:latin typeface="Helvetica" pitchFamily="2" charset="0"/>
              </a:rPr>
              <a:t>Thank you.</a:t>
            </a:r>
            <a:endParaRPr lang="en-US" sz="2800" b="0" dirty="0">
              <a:effectLst/>
              <a:latin typeface="Helvetica" pitchFamily="2" charset="0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7024473-9154-4CD0-B4CD-F68297499C48}"/>
              </a:ext>
            </a:extLst>
          </p:cNvPr>
          <p:cNvSpPr/>
          <p:nvPr/>
        </p:nvSpPr>
        <p:spPr>
          <a:xfrm>
            <a:off x="164306" y="164306"/>
            <a:ext cx="11863388" cy="6529388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570865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182</TotalTime>
  <Words>334</Words>
  <Application>Microsoft Office PowerPoint</Application>
  <PresentationFormat>Widescreen</PresentationFormat>
  <Paragraphs>66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Helvetica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Siddiqua</dc:creator>
  <cp:lastModifiedBy>Ayesha Siddiqua</cp:lastModifiedBy>
  <cp:revision>21</cp:revision>
  <dcterms:created xsi:type="dcterms:W3CDTF">2025-12-02T00:22:07Z</dcterms:created>
  <dcterms:modified xsi:type="dcterms:W3CDTF">2025-12-23T02:06:35Z</dcterms:modified>
</cp:coreProperties>
</file>